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Ask and You Shall Debug: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93C5FD"/>
                </a:solidFill>
                <a:latin typeface="Calibri"/>
              </a:rPr>
              <a:t>Conversational Troubleshooting for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CA3AF"/>
                </a:solidFill>
                <a:latin typeface="Calibri"/>
              </a:rPr>
              <a:t>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88552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CA3AF"/>
                </a:solidFill>
                <a:latin typeface="Calibri"/>
              </a:rPr>
              <a:t>Inspektor Gadget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Why conversational troubleshooting?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Incidents are time-sensitive and cognitively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Troubleshooting often requires many tools + exact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Goal: make real-time observability accessible via natural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We'll follow an on-call story and resolve multiple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Demo 1: DNS latency (trace_dns)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Zoom out: Inspektor Gadget + gadgets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Why MCP server (and how it fits)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Mini-demos: disk pressure, CPU saturation, networking misconfig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55848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Wrap-up +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Scenario 1: Slow requests → DNS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Symptom: intermittent slowness / timeouts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Hypothesis space is large (DNS, network, app, load,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We start by validating whether DNS resolution is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Tool we'll use: trace_dns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93008"/>
            <a:ext cx="10817352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38728"/>
            <a:ext cx="10634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2563EB"/>
                </a:solidFill>
                <a:latin typeface="Calibri"/>
              </a:rPr>
              <a:t>Key idea: measure, don't guess.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348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Using trace_dns to observe DNS in 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trace_dns traces DNS requests and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It captures request/response pairs and computes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Use it to identify slow lookups and affected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Outcome: narrow the problem quickly and objectively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1508760"/>
            <a:ext cx="2926080" cy="4023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5029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trace_dns output /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is Inspektor Gadget?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A systems inspection + data collection framework powered by eBPF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Provides observability in Kubernetes and Linux contexts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Ships a wide selection of “gadgets” for debugging and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Designed to make low-level visibility usable in familiar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is a “gadget”?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A purpose-built observability tool (trace / snapshot / top / profile)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Examples we'll use today: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trace_dns (DNS requests/responses + latency)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16936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profile_blockio + top_blockio (disk pressure / block I/O)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top_process (CPU-heavy processes)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tcpdump (packet capture with filters in container context)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Problem: many gadgets → hard to choose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Inspektor Gadget has a large library of powerful gadgets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In an incident, picking the *right* gadget quickly is the hard 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Teams end up memorizing commands, or reaching for familiar tools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We wanted: “describe the symptom → get the right tool + next step”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93008"/>
            <a:ext cx="10817352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38728"/>
            <a:ext cx="10634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2563EB"/>
                </a:solidFill>
                <a:latin typeface="Calibri"/>
              </a:rPr>
              <a:t>This is where we discovered MCP.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is MCP (Model Context Protocol)?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A standard way for an LLM to call external tools in a structured, safe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Tools are exposed with names + schemas (inputs/outputs are predictable)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Lets the model choose actions (run tools) and then explain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In our case: the tools are Inspektor Gadget gadgets via ig-mcp-server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93008"/>
            <a:ext cx="10817352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38728"/>
            <a:ext cx="10634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2563EB"/>
                </a:solidFill>
                <a:latin typeface="Calibri"/>
              </a:rPr>
              <a:t>MCP turns “chat” into “chat + actions” (tool calls).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348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Copilot/LLM ↔ MCP protocol ↔ ig-mcp-server ↔ Inspektor Gadget gadgets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Gadgets provide real-time signals; LLM turns signals into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MCP server transports: stdio / sse / streamable-http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Gadget discovery: Artifact Hub or explicit gadget 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1508760"/>
            <a:ext cx="2926080" cy="4023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5029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LLM → MCP → IG MCP server → IG gadgets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Human vs. AI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Humans: hypothesis-driven, sequential, bias-prone under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LLM + real-time tools: broader search, more consistent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Best results come from collaboration (human judgment + machine speed)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Guardrail: confirm findings with observable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348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Scenario 2: Disk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Symptom: disk pressure alerts, slow writes, cascading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Identify which workloads drive I/O and what patterns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Gadgets: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16936"/>
            <a:ext cx="7662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profile_blockio (profiling block I/O behavior)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7662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top_blockio (top block I/O contributors)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7112" y="1508760"/>
            <a:ext cx="2926080" cy="4023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2" y="5029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profile_blockio / top_blockio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Scenario 3: CPU saturation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Symptom: high latency + throttling + noisy neighbor suspicion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Goal: identify CPU-heavy processes in the relevant workload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Gadget: top_process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Optional deeper profiling exists: profile_cpu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348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Scenario 4: Networking config/port mismatch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Symptom: app can’t connect / sporadic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Validate assumptions by observing real packets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Gadget: tcpdump (packet capture with pcap-compatible filters)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7936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Outcome: confirm mismatch between expected vs actual traffic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1508760"/>
            <a:ext cx="2926080" cy="4023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5029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tcpdump gadget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Operations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Run MCP server in read-only mode when appropriate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Use restricted permissions via dedicated service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Reduce scope to avoid overload (namespace, limits, timeouts)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Treat AI recommendations as hypotheses until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Inspektor Gadget: real-time observability powered by eBPF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MCP server: makes gadgets accessible through an AI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Scenarios: DNS latency, disk pressure, CPU saturation, networking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954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Resources: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IG MCP Server: https://github.com/inspektor-gadget/ig-mcp-server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Inspektor Gadget: https://github.com/inspektor-gadget/inspektor-gadget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33672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• Website: https://www.inspektor-gadget.io/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Inspektor Gadget MCP Server  •  https://github.com/inspektor-gadget/ig-mcp-server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